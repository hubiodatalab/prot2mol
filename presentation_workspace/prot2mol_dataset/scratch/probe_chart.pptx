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5b8af53ec4fc0" /><Relationship Type="http://schemas.openxmlformats.org/officeDocument/2006/relationships/extended-properties" Target="/docProps/app.xml" Id="R8e8355311b3143b3" /><Relationship Type="http://schemas.openxmlformats.org/officeDocument/2006/relationships/officeDocument" Target="/ppt/presentation.xml" Id="Rc7cbe2322e50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86f9b9e384d38"/>
  </p:sldMasterIdLst>
  <p:notesMasterIdLst>
    <p:notesMasterId xmlns:r="http://schemas.openxmlformats.org/officeDocument/2006/relationships" r:id="R48f7c417f8fb44cd"/>
  </p:notesMasterIdLst>
  <p:sldIdLst>
    <p:sldId xmlns:r="http://schemas.openxmlformats.org/officeDocument/2006/relationships" id="256" r:id="R0b097f0241f2492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86f9b9e384d38" /><Relationship Type="http://schemas.openxmlformats.org/officeDocument/2006/relationships/theme" Target="/ppt/theme/theme1.xml" Id="R61232ee1700543fa" /><Relationship Type="http://schemas.openxmlformats.org/officeDocument/2006/relationships/notesMaster" Target="/ppt/notesMasters/notesMaster1.xml" Id="R48f7c417f8fb44cd" /><Relationship Type="http://schemas.openxmlformats.org/officeDocument/2006/relationships/presProps" Target="/ppt/presProps.xml" Id="Rd7ba79ea38df4051" /><Relationship Type="http://schemas.openxmlformats.org/officeDocument/2006/relationships/viewProps" Target="/ppt/viewProps.xml" Id="Rfa5097a8d3af443d" /><Relationship Type="http://schemas.openxmlformats.org/officeDocument/2006/relationships/tableStyles" Target="/ppt/tableStyles.xml" Id="R35757b0c643b4564" /><Relationship Type="http://schemas.openxmlformats.org/officeDocument/2006/relationships/slide" Target="/ppt/slides/slide1.xml" Id="R0b097f0241f249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74aee41ac2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b4d592c9004c2c" /><Relationship Type="http://schemas.openxmlformats.org/officeDocument/2006/relationships/notesMaster" Target="/ppt/notesMasters/notesMaster1.xml" Id="R8424c5ce36314a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3ee23771d49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c405b0cef64bbd" /><Relationship Type="http://schemas.openxmlformats.org/officeDocument/2006/relationships/slideLayout" Target="/ppt/slideLayouts/slideLayout2.xml" Id="R06ccdaf957b6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ccdaf957b6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5e447d87e14991" /><Relationship Type="http://schemas.openxmlformats.org/officeDocument/2006/relationships/chart" Target="/ppt/slides/charts/chart1.xml" Id="R9d5695347e5a4496" /><Relationship Type="http://schemas.openxmlformats.org/officeDocument/2006/relationships/notesSlide" Target="/ppt/notesSlides/notesSlide1.xml" Id="Rc82d6eee164d4813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Rows</c:v>
          </c:tx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/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6D6D2-F946-40AD-AEA1-B4B482F6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/>
            </a:pPr>
            <a:r>
              <a:rPr sz="3600" b="1"/>
              <a:t>test</a:t>
            </a:r>
          </a:p>
        </p:txBody>
      </p:sp>
      <p:graphicFrame>
        <p:nvGraphicFramePr>
          <p:cNvPr id="2" name="Chart"/>
          <p:cNvGraphicFramePr/>
          <p:nvPr/>
        </p:nvGraphicFramePr>
        <p:xfrm>
          <a:off xmlns:a="http://schemas.openxmlformats.org/drawingml/2006/main" x="762000" y="1447800"/>
          <a:ext xmlns:a="http://schemas.openxmlformats.org/drawingml/2006/main" cx="16764000" cy="807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5695347e5a4496"/>
          </a:graphicData>
        </a:graphic>
      </p:graphicFrame>
    </p:spTree>
    <p:extLst>
      <p:ext uri="{BB962C8B-B14F-4D97-AF65-F5344CB8AC3E}">
        <p14:creationId xmlns:p14="http://schemas.microsoft.com/office/powerpoint/2010/main" val="225023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2026-04-27T10:17:21.8890000Z</dcterms:created>
  <dcterms:modified xsi:type="dcterms:W3CDTF">2026-04-27T10:17:21.8890000Z</dcterms:modified>
</coreProperties>
</file>